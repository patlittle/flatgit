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69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FlatGit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372600" y="6492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patlittle.github.io/flatgit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6D7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6D7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cratch/ce05b9c2d770/flatgit-artifacts/test-content/generated/flatgi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D1117">
              <a:alpha val="96000"/>
            </a:srgbClr>
          </a:solidFill>
          <a:ln w="12700">
            <a:solidFill>
              <a:srgbClr val="0D111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960120"/>
            <a:ext cx="59436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2344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FlatGit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2148840"/>
            <a:ext cx="36576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data and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viewer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" y="37033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1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public repositories, structured data, documents and source files—entirely in the browser.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5989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patlittle.github.io/flatgit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 GitHub data like a dataset.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data, documents, Markdown, databases, and source files from public GitHub repositories and Gists. Inspect content without leaving the viewer.</a:t>
            </a:r>
            <a:endParaRPr lang="en-US" sz="1300" dirty="0"/>
          </a:p>
        </p:txBody>
      </p:sp>
      <p:pic>
        <p:nvPicPr>
          <p:cNvPr id="4" name="Image 0" descr="/workspace/scratch/ce05b9c2d770/flatgit-artifacts/test-content/generated/flatgit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74523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737360"/>
            <a:ext cx="3154680" cy="4343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TSV: Search, sort, filter and profile columns.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JSONL: Flatten records into an interactive table.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Markdown: Rendered, source and split views with repo-aware links.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Git-aware: Browse branches, paths and file commit history.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6D7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data inspection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FlatGit turns common repository data formats into a browser-based work surface.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466344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across every column and filter individual fields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Sort, resize, reorder, hide and reveal columns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 between pages and change the number of visible rows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the filtered visible data as CSV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read-only queries against SQLite files</a:t>
            </a:r>
            <a:endParaRPr lang="en-US" sz="1800" dirty="0"/>
          </a:p>
        </p:txBody>
      </p:sp>
      <p:pic>
        <p:nvPicPr>
          <p:cNvPr id="5" name="Image 0" descr="/workspace/scratch/ce05b9c2d770/flatgit-artifacts/test-content/generated/flatgi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54480"/>
            <a:ext cx="594360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6D7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preview families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landing page describes each recognized extension and the viewer used for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0749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Delimited 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data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63640" y="1417320"/>
            <a:ext cx="50749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Raster images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Word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Excel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PowerPoint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Microsoft formats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and 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6D7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layouts for different jobs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Repository, branch, folder and file navigation with history and comparison tools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0936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focused, shareable file preview that keeps the main content at full width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https://patlittle.github.io/flatgit/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5925312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HTML, CSS and JavaScript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FlatGit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FlatGit GitHub data and document viewer</dc:title>
  <dc:subject>FlatGit feature demonstration</dc:subject>
  <dc:creator>FlatGit</dc:creator>
  <cp:lastModifiedBy>FlatGit</cp:lastModifiedBy>
  <cp:revision>1</cp:revision>
  <dcterms:created xsi:type="dcterms:W3CDTF">2026-09-20T21:23:26Z</dcterms:created>
  <dcterms:modified xsi:type="dcterms:W3CDTF">2026-09-20T21:23:26Z</dcterms:modified>
</cp:coreProperties>
</file>